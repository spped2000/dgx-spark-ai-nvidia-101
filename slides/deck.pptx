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ภาพรวมทั้งวัน 10:00–16:00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เปิดคอร์สด้วยภาพเดียวที่ผู้เรียนต้องจำ ย้ำว่ามือใหม่ไม่ต้องจำศัพท์เยอะ จำแค่สมการนี้พอ Model เก่งอย่างเดียวไม่พอ ต้องมี Harness ถึงจะใช้งานได้จริง สมการนี้มาจาก GTC deck STW61015 ไม่ใช่เราคิดเอง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อธิบายให้เห็นว่า agent ทำงานเป็นลูป ไม่ใช่ถาม-ตอบครั้งเดียว ลองวาดวงกลม 4 จังหวะบนกระดาน แล้วชี้ว่ามันวนซ้ำจนงานเสร็จ จังหวะนี้คือสิ่งที่เราจะเห็นตอนทำ lab ช่วงบ่าย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ไล่ชื่อ 5 ชั้นแบบเร็ว ๆ ไม่ต้องลงลึก บอกผู้เรียนว่าไม่ต้องจำตอนนี้ เดี๋ยวแต่ละชั้นจะถูกเปิดทีละชั้นตอนทำ lab ย้ำว่าทุกครั้งที่ขึ้น pillar ใหม่จะกลับมาที่สไลด์แกนนี้แล้วชี้ว่ากำลังอยู่ชั้นไหน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เชื่อม 3 เสาหลักของวันเข้ากับสมการให้เห็นภาพ Pillar 1 ปรับ Model, Pillar 2 คือ Harness เอง, Pillar 3 คือกล่องครอบ จากนั้นแนะนำ 4 หลักคิด Agent Factory ที่จะวนกลับมาพูดทั้งวัน เน้น data gravity ว่าเอาโมเดลไปหา data ไม่ใช่ลาก data ออก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ปิดโมดูลด้วยประโยคที่ต้องจำ ย้ำว่าทั้งวันคือการปรับชิ้นใดชิ้นหนึ่งของสมการ ใช้ analogy พนักงานเก่ง vs ออฟฟิศ+กฎ เพื่อให้คนไม่มีพื้นเห็นภาพว่าทำไมโมเดลฉลาดอย่างเดียวยังไม่พอ บอกผู้เรียนว่าจะเห็นสไลด์นี้ซ้ำทุกครั้งที่เปลี่ยน pillar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เปิดด้วยการชี้กล่องจริงตรงหน้าให้ผู้เรียนเห็น บอกว่านี่คือ DGX Spark ไม่ใช่ PC ธรรมดา ย้ำว่า GB10 รวม CPU (Grace ARM) กับ GPU (Blackwell) ไว้ในชิปเดียว และทั้งวันเราจะอยู่กับกล่องนี้กล่องเดียวเท่านั้น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อธิบายว่า unified memory คือจุดเด่นที่สุดของกล่องนี้ ปกติ CPU กับ GPU มี memory แยกกันต้องก๊อปข้อมูลข้ามไปมา แต่ที่นี่ใช้ก้อนเดียวกัน 128GB เลยรันโมเดลใหญ่ 30B ได้ในเครื่องเดียว และพื้นที่ส่วนใหญ่เหลือไว้ทำ KV cache ซึ่งจะโยงไป lab ช่วงบ่าย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ไล่สเปกที่ต้องจำสั้น ๆ ย้ำตัวเลข bandwidth ~273 GB/s ไว้ก่อน เพราะจะใช้ในสไลด์ถัดไป บอกว่ารองรับ FP8/NVFP4 native จะมีผลตอนพูดเรื่อง quantization ช่วงบ่าย และเครื่องนี้ไม่มี MIG จึงแบ่งการ์ดด้วย container + time-slicing แทน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ย้ำหนัก ๆ ว่าคอขวดอยู่ที่ความเร็ว memory ไม่ใช่ความจุ ให้ผู้เรียนจดประโยคนี้ไว้ เพราะตอนบ่ายพอ 30 คนยิงพร้อมกันแล้วช้า มันคือเรื่องนี้ จากนั้นชี้ภาพสเกล 3 ระดับว่าโค้ดเดียวกันขยับขึ้น cluster ได้ ปิดด้วยการฉาย dashboard ของเครื่องจริงให้ดู GPU/memory สด 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สรุปทั้งโมดูลด้วยประโยคเดียวที่ต้องจำ แล้วเล่า analogy ครัว: เชฟกับเตาใช้โต๊ะตัวเดียวกันคือ unified memory แต่ประตูครัวคือ bandwidth กว้างเท่าเดิม พอ 30 จานเข้าพร้อมกันก็ต้องต่อคิว นี่คือ foreshadow ของ concurrency demo ตอนบ่าย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เปิดด้วยปัญหาให้เห็นภาพก่อน: ห้องนี้มี DGX Spark แค่กล่องเดียว แต่คนเรียน ~30 คน ทุกคนจะยิงคำถามเข้าโมเดลพร้อมกัน. ย้ำว่าถ้าต่างคนต่างโหลดโมเดล เครื่องพังแน่ (เชื่อมกลับ Module 1 เรื่อง memory). คำว่า 'honestly' ในชื่อโมดูลคือสัญญาว่าเราจะพูดตรง ๆ ว่าเครื่องมือไหนใช้จริงวันนี้ ไหนแค่เล่าให้ฟัง.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vLLM คือพระเอกที่เราจะใช้จริง. อธิบาย continuous batching แบบบ้าน ๆ: แทนที่จะรอ request แรกเสร็จก่อนค่อยรับอันต่อไป มันรวมหลาย request มาทำพร้อมกันในรอบเดียว. PagedAttention คือวิธีจัดการ memory ของ KV cache ให้ไม่เปลือง. ส่วน NIM เป็นทางเลือกที่ NVIDIA แพ็กมาให้พร้อมเป็น container เดียว ติดตั้งง่ายกว่า ถ้าใครขี้เกียจ config vLLM เอง. ยังไม่ต้องจำคำสั่ง เดี๋ยวมีสไลด์ตัวอย่างให้ดู.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นี่คือสไลด์ 'พูดอย่างซื่อสัตย์': บอกตรง ๆ ว่าอันไหนเราแตะจริง อันไหนแค่เล่า. Triton เราจะใช้โชว์ dashboard ตอน lab. TensorRT-LLM แรงสุดและจำเป็นต่อ NVFP4 แต่ build engine ยุ่ง เลยเป็น demo-concept. NeMo เป็นฝั่งสร้าง/ปรับโมเดล ไม่เกี่ยวกับการแชร์เครื่อง (เดี๋ยวเจอใน Module 4). Ray Serve กับ Dynamo เป็นเรื่องหลายการ์ด — Dynamo ต้องมี GPU อย่างน้อย 2 ตัว เราเครื่องเดียวเลยได้แค่วาดบนกระดาน. ย้ำ: อย่าสับสนว่า Dynamo คือสิ่งที่เรารันวันนี้.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ฉายคำสั่งให้เห็นพอ ไม่ต้องให้ผู้เรียนพิมพ์. ชี้ทีละ flag แบบสั้น ๆ: --gpu-memory-utilization 0.85 = เผื่อ memory ไว้บ้าง, --max-num-seqs 32 = จำนวน request พร้อมกัน, --max-model-len = ความยาว context, --kv-cache-dtype fp8 = บีบ KV cache ให้เล็ก. แล้วปิดด้วยกฎเหล็ก: ทั้งห้องใช้โมเดลเดียวกันตัวเดียว ห้ามใครแอบโหลดตัวที่สอง เพราะจะ OOM และแย่ง bandwidth (ย้อนกลับ Module 1 ที่ว่าคอขวดคือ memory bandwidth).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สรุปให้จำกลับบ้านแค่ประโยคเดียว: vLLM ทำให้ GPU ตัวเดียวเสิร์ฟทั้งห้อง, Dynamo ไว้สเกลขึ้น cluster. ทวน analogy ร้านอาหารให้เห็นภาพ: continuous batching = พนักงานเสิร์ฟคนเดียวรับหลายโต๊ะแล้วเดินรอบเดียวเสิร์ฟครบ ไม่ใช่จ้าง 30 คนมาเสิร์ฟคนละโต๊ะซึ่งครัวเล็กรับไม่ไหว. เชื่อมไปสไลด์ถัดไป (Module 3) ที่จะได้ลองต่อ shared endpoint จริง.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เปิดด้วยการสร้างความตื่นเต้น: ภายใน 5 นาทีทุกคนจะได้คุยกับ AI ที่รันบนเครื่องตรงหน้าจริง ๆ ไม่ใช่ส่งข้อมูลออกไป cloud ย้ำว่า LM Studio ทำให้มือใหม่เริ่มได้ทันทีเหมือนใช้ ChatGPT แต่เป็นของเราเอง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อธิบายว่า headless คือรันบนเซิร์ฟเวอร์โดยไม่มีหน้าจอ ใช้ llmster เป็นตัวจัดการ ชี้ให้เห็นว่าโมเดล Nemotron 3 Nano Omni ขนาด 65–70GB โหลดครั้งเดียวจบ คำสั่งทั้งหมดให้ฉายบนจอ ผู้เรียนไม่ต้องพิมพ์เอง เน้นว่า --bind 0.0.0.0 port 1234 คือการเปิดให้เครื่องอื่นใน LAN ต่อเข้ามาได้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ย้ำความต่างระหว่าง LM Link (ต่อตรงได้แค่ ~2 คน) กับ shared endpoint ที่ทั้งห้องต่อจุดเดียว อธิบายว่าทำไม 30 คนต้องผ่าน Open WebUI ที่อยู่หน้า vLLM หรือ NIM บอกว่าโมเดล Nemotron Nano เป็น MoE 30B-A3B หรือคลาส 7–9B และน้ำหนักโมเดลกินพื้นที่น้อย เหลือ memory ส่วนใหญ่ให้ KV cache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นี่คือไฮไลต์ของโมดูล นับ 3-2-1 ให้ทุกคนกด Send พร้อมกันเพื่อให้เกิด contention จริง ชี้ที่ dashboard ให้เห็น batching รวมประมาณ 30 requests และ GPU/memory พุ่งขึ้น เตือนตัวเองว่าตัวเลข 12 และ 30–46 tok/s/คน ต้องวัดยืนยันใน dry-run ก่อน อย่าพูดลอย ๆ และต้องพูดประโยคปิดให้ชัดว่าการช้าลงคือบทเรียน ไม่ใช่ความผิดพลาด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ปิดโมดูลด้วยการสรุป Key message: นี่คือ ChatGPT ส่วนตัวของทั้งห้อง และเพราะต่อ endpoint เดียวกัน เราเห็นการแชร์ทรัพยากรกับตา ใช้ analogy ก๊อกน้ำสาธารณะ: คนเดียวเปิดน้ำแรง พอ 30 คนเปิดพร้อมกันแรงดันลด เชื่อมไปยัง Pillar 1 ช่วงบ่ายเรื่อง bandwidth และ cost per token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เปิดด้วยการแยกคำให้ขาด เพราะมือใหม่สับสน 3 คำนี้บ่อยมาก เน้นว่า NeMo มี 'e' ตามด้วย Mo = make model; Nemotron = neuron/model ที่เสิร์ฟ; Guardrails เป็นคนละเรื่อง ค่อยพูดตอนบ่าย ย้ำว่าในโมดูลนี้เราสนใจแค่ตัวรัน (Nemotron)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ไล่ family จากเล็กไปใหญ่ ย้ำทุกชื่อ/ตัวเลขว่าเป็น 'ตามที่ประกาศในงาน GTC' เพราะเป็น forward-dated ไม่ต้องท่องสเปกครบ ให้จำแค่ Nano = ตัวที่เราใช้วันนี้ เพราะฟิตเครื่องและเหมาะกับมือใหม่ Super/Ultra ไว้เป็นภาพว่าสเกลขึ้นได้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อธิบาย MoE แบบไม่ต้องลงเทคนิคลึก จุดเดียวที่ต้องจำคือ 'A = active' ตัวเลขหลัง A คือสิ่งที่กำหนดความเร็ว ส่วนตัวเลขรวมคือความฉลาด ผูกกลับเรื่อง Module 1 ว่าคอขวดคือ bandwidth — MoE ช่วยเพราะปลุก param น้อยลงต่อ token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นี่คือหัวใจของ LAB 2 ให้ผู้เรียนเห็นด้วยตาว่า toggle เดียวเปลี่ยน trade-off ความเร็ว vs ความแม่น ย้ำกฎเหล็กของห้องอีกครั้ง: โมเดลเดียวที่แชร์ทั้งห้อง /think กับ /no_think ไม่ใช่คนละโมเดล แบ่งเวฟยิงเพื่อให้ dashboard ไม่ contention พุ่งจนงง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ปิดโมดูลด้วยการตอกย้ำสมการ NeMo=โรงงาน / Nemotron=ผลิตภัณฑ์ ใช้เคส YTL→ILMU เป็นตัวอย่างจริงของการ fine-tune ด้วย NeMo ย้ำ trade-off ว่า fine-tune ไม่ฟรี (C-MMLU ตก) เพื่อให้ผู้เรียนคิดเชิงต้นทุน-ผลตอบแทน ปิดด้วย analogy ผู้เชี่ยวชาญ 30 คนเรียกแค่ 3 คน ให้คนไม่มีพื้นเห็นภาพ MoE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เปิดด้วยการเล่าว่าทั้งวันเราคุย agent ที่อยู่ในจอ ตอนนี้จะเปิดหน้าต่างให้เห็นว่า agent ตัวเดียวกันขยับหุ่นยนต์จริงได้ ย้ำว่าคลิป G1 ใช้ sim ชื่อ MuJoCo-Warp ไม่ใช่ Isaac Sim เพราะมือใหม่มักจำสลับ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อธิบายว่าหุ่นยนต์ก็คือ agent ที่ input เป็นภาพจากกล้องบวกประโยคสั่ง output เป็นคำสั่งมอเตอร์ ชี้ลูป Robotic Factory คู่กับ AI Factory ว่าเซนเซอร์กลายเป็น tokens แล้ว tokens กลับมาเป็นการกระทำ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วาดภาพ 3 ขา ฝึก-จำลอง-ใช้งานจริง ให้เห็นว่าแต่ละขามีฮาร์ดแวร์/ซอฟต์แวร์คนละตัว เดินผ่าน Isaac GR00T pipeline ทีละสเตปแบบช้า ๆ เพราะมันคือหัวใจของ analogy ตอนปิดโมดูล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ย้ำว่าสเปกทั้งหมดเป็นของที่ประกาศในงาน อย่าฟันธงว่าวัดเอง และเตือนตัวเองว่ารูปในมือไม่มี DGX Spark กับ Vera Rubin ถ้าพูดถึง Vera Rubin ต้องบอกว่าเป็นข่าวแยกเพื่อรักษาความน่าเชื่อถือ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ปิดด้วยการมัดกลับสมการหลักของทั้งวัน ว่า Model + Harness ไม่ได้จำกัดอยู่ในจอ ใช้ analogy นักกีฬาให้คนไม่มีพื้นเห็นภาพว่าทำไมต้องมี sim ก่อนลงสนามจริง แล้วบอกว่าตอน recof ช่วงปิดคอร์สจะกลับมาที่ G1 อีกครั้ง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เปิดด้วยการชี้กลับสไลด์ Agent = Model + Harness ว่าเราแตะชิ้น Model อยู่ ย้ำว่า ~35X เป็นตัวเลขตามที่นำเสนอ ยังไม่ใช่ของเราเอง ต้องวัดจริงใน dry-run ก่อนพูดบนเวที กรอบความคิดทั้งโมดูลคือ ของถูกที่สุดคือ token ที่ไม่ต้องสร้างใหม่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แนะ 4 คันโยกแบบกว้าง ๆ ก่อน แล้วบอกว่าวันนี้จะลงมือเฉพาะ caching ใน LAB 3 ส่วน quantization และ right-sizing เป็นการตัดสินใจตอนเลือกโมเดล อธิบายว่า right-sizing เชื่อมกับ MoE ใน Module 4 ที่เราคุยกันไปแล้ว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จุดนี้คนมือใหม่พลาดบ่อย ย้ำชัด ๆ ว่า vLLM คือ workhorse ของห้องเราก็จริง แต่ไม่ใช่เส้นทางของ NVFP4 ถ้าจะใช้ NVFP4 ต้องไปทาง TensorRT-LLM หรือ NIM ระบุให้ชัดบนสไลด์เพื่อไม่ให้คนกลับไปลองเองแล้วงง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อธิบายว่า context rot คือคนละเรื่องกับ cache แต่อยู่ใน pillar เดียวกันเพราะมันคือการไม่ป้อน token ที่ไม่จำเป็น ลำดับ inline &lt;&lt; file reference &lt;&lt; var reference อ่านว่ายิ่งไปทางขวายิ่งดี เปรียบกับการอ่านหนังสือ 1000 หน้ารวดเดียวแล้วจำต้นเรื่องไม่ได้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นี่คือ hands-on ของโมดูล ให้ผู้เรียนยิง prompt เดิมซ้ำแล้วชี้บน dashboard ว่าครั้งที่สอง TTFT ลดลงเพราะ prefix cache hit เน้นให้จดตัวเลขก่อน/หลังด้วยมือตัวเอง จะได้เชื่อว่า caching ช่วยจริง ไม่ใช่แค่ฟังครู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สรุปปิดโมดูลด้วย Key message และ Analogy สองอันจาก outline ชี้กลับสไลด์แกนว่าเราเพิ่งปรับ Model เสร็จ เดี๋ยว Pillar 2 จะไปที่ Harness เอง ทิ้งท้ายว่า cost per token = KPI ใหม่ เป็นหนึ่งใน 4 หลักคิด Agent Factory ที่จะอ้างซ้ำทั้งวัน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เปิดด้วยการชี้กลับสไลด์ Module 0 ว่า Agent = Model + Harness และตอนนี้เราขยับจากฝั่ง Model (Pillar 1) มาที่ตัว Harness โดยตรง ย้ำว่า harness คือลูป 4 จังหวะที่วนซ้ำ ไม่ใช่ตอบครั้งเดียวจบ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อธิบายให้มือใหม่เห็นภาพว่า agent ต่างจาก chatbot ตรงที่มันวนลูปและใช้เครื่องมือได้เอง ให้ผู้เรียนลองรัน single-agent ที่เรียก tool ผ่าน MCP ก่อน เพื่อเห็นกลไก 'หยิบเครื่องมือ' ชัด ๆ ก่อนเพิ่มความซับซ้อนเป็นหลายตัว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ส่วนนี้ผู้สอนเดโมเอง เพราะ multi-agent full-loop กิน resource หนักสุดของวัน เน้นว่าทำไมต้องจำกัด steps และ max_tokens แล้วใช้ Ollama โมเดลเล็ก เพื่อกัน contention บน DGX Spark เครื่องเดียว และมี cloud fallback กันงานค้าง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เชื่อมจากที่ผู้เรียนทำมือไปสู่ของจริงใน production ย้ำว่า AI-Q และ NemoClaw Hermes คือ pattern เดียวกับที่เราเพิ่งทำ แค่สเกลใหญ่ขึ้น ปิดท้ายด้วย Skills Hub 87,917 skills เพื่อตั้งคำถามเรื่องความปลอดภัย เป็นสะพานเข้า Pillar 3 ผลิตภัณฑ์ forward-dated ให้พูดว่า 'ตามที่ประกาศในงาน'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ปิดโมดูลด้วยประโยคที่ต้องจำ แล้วใช้ analogy ทีมทำงานช่วยให้มือใหม่เห็นภาพ delegation ย้ำว่า reviewer agent คือเหตุผลที่งานดีขึ้น และส่งต่อว่า Skills Hub มี skill ที่ไม่ปลอดภัยปนอยู่ จึงต้องมี Pillar 3 มาคุม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เปิดด้วยการชี้กลับสไลด์แกน Agent = Model + Harness แล้วบอกว่าสองเสาแรกทำให้ agent เก่งและทำงานเป็นทีม แต่ยิ่งเก่งยิ่งอันตรายถ้าไม่มีกรอบ. ย้ำว่า security by default คือ 1 ใน 4 หลักคิด Agent Factory ที่อ้างมาทั้งวัน. วาง mindset ว่าเราจะล็อกก่อนแล้วค่อยเปิด ไม่ใช่เปิดหมดแล้วค่อยตามปิด.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อธิบายว่า OpenShell คือชั้นที่นั่งอยู่ระหว่าง agent กับเครื่อง. เน้นสองคำคือ deny-by-default (ปิดหมดก่อน) และ audit trail (มีบันทึก). ย้ำว่าเป็น ALPHA (v0.0.38) ตามที่ระบุในเด็ค — บอกผู้เรียนตรง ๆ ว่ายังใหม่. ไล่ 4 policy domains ทีละตัวด้วยภาษาง่าย: ไฟล์ / เน็ต / process / โมเดลที่เรียกได้.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นี่คือไฮไลต์ของโมดูล รันตามลำดับเป๊ะ: (1) โชว์ว่า agent ทำงานได้จริงในห้องล็อก สร้าง note.txt ได้. (2) ลองออกเน็ต โดน 403 จาก proxy — ชี้ว่านี่คือ deny-by-default ทำงาน ไม่ใช่บั๊ก. (3) เปิด read-only policy แล้วลองใหม่ GET ผ่านแต่ POST โดน policy_denied พร้อม audit trail. ย้ำว่าคำสั่ง OpenShell เหล่านี้ยืนยันแล้ว เตรียมรันไว้ก่อน ไม่ curl สดจาก URL ที่ยังไม่ยืนยัน.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อธิบาย Guardrails เป็นด่านเสริมที่ตรวจ input/output: ถามปกติเขียว วาง jailbreak แดง โดยใช้โมเดลเดิม self-check (ห้ามโหลด NIM ตัวสองเพราะเครื่องเดียว 128GB). ย้ำให้ตั้ง auto re-enable กันลืม. โยงกับโปสเตอร์ว่า diagram OpenShell ตรงกับสไลด์ GTC. แนะนำ NemoClaw เป็น reference stack — orchestrator Ultra, sub-agents Nano (พูดว่าตามที่ประกาศในงาน). เตือนชัด ๆ ว่า nemoclaw.sh URL ยังไม่ยืนยัน ห้ามรันสด ใช้คำสั่ง OpenShell แทน.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ปิดด้วย key message ให้ผู้เรียนจำกลับบ้าน: ล็อกก่อน เปิดทีละอย่าง บันทึกทุกอย่าง. เล่า analogy ห้องทำงานประตูล็อก ขอกุญแจทีละดอก มีกล้องบันทึก — ช่วยให้มือใหม่เห็นภาพ deny-by-default + audit trail ทันที. ทิ้งท้ายเปิดทางไป Module 9 เรื่อง signed skills supply chain ว่า skill ที่ agent จะหยิบมาใช้ก็ต้องผ่านการตรวจเหมือนกัน.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เริ่มจากคำถามง่าย ๆ: ถ้า skill มีเกือบเก้าหมื่นตัว เราจะรู้ได้ยังไงว่าตัวไหนปลอดภัยพอให้ agent เรียกใช้ ย้ำว่า Module 8 เราล็อก agent ด้วย sandbox แล้ว Module นี้คือการคุมว่า skill ที่จะเข้ามาในระบบต้องผ่านการตรวจก่อน เน้นว่าเลขเยอะ ๆ เป็นทั้งโอกาสและความเสี่ยง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อย่าให้ผู้เรียนท่องทั้ง 7 ขั้นรวด ๆ ให้จับเป็น 3 เฟสแทน: ตรวจ (VERIFY) -&gt; รับรองและเผยแพร่ (PUBLISH) -&gt; บังคับใช้ตอนใช้งาน (CONSUME) เดินทีละขั้นช้า ๆ ชี้ว่าแต่ละขั้นทำหน้าที่อะไร เฟส 3 ตัวนี้คือโครงที่ต้องจำกลับบ้าน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เน้นว่า 2 ขั้นนี้คือหัวใจ Sign คือการเซ็นรับรองว่า skill ผ่าน QC แล้ว ส่วน Enforce คือจุดที่เชื่อมกลับไป OpenShell ที่เราเพิ่งเรียนใน Module 8 โดยเฉพาะ policy domain inference ที่บังคับว่า agent เรียกได้แค่ skill ที่ผ่านสายพานนี้ ไม่ใช่ skill มั่ว ๆ จากที่ไหนก็ได้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ปิดด้วยหลักฐานจับต้องได้ Phoenix Agent Insights ให้เราอ่าน trace ของ agent ได้ว่าทำอะไร ใช้เงินเท่าไร ช้าแค่ไหน ชี้บรรทัดที่ agent บอกเองว่าออกเน็ตไม่ได้เพราะ sandbox จำกัด egress นี่คือหลักฐานว่าทั้ง supply chain + sandbox ทำงานจริง ไม่ได้เป็นแค่ทฤษฎีบนสไลด์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สรุปให้ผู้เรียนจำกลับบ้านประโยคเดียว: skill ต้องผ่านการตรวจและเซ็นรับรองก่อนใช้ ใช้ analogy app store ปิด — ไม่มีใครอัปโหลดแอปแล้วผู้ใช้ติดตั้งได้ทันทีโดยไม่ผ่านการรีวิว skill ก็เหมือนกัน เชื่อมกลับ Pillar 3 ว่านี่คือ security by default ในระดับ skill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เปิดด้วยภาพใหญ่ก่อน เล่าให้มือใหม่เห็นว่า AI วิวัฒน์เร็วมากในแค่ 4 ปี และวันนี้เราอยู่ที่ยุคที่สาม (agent) ย้ำว่าทั้งบอร์ดทำ offline จากรูปจริงในงาน เพื่อไม่ให้ demo พังเพราะเน็ต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บอกผู้เรียนว่านี่คือ 4 ลิงก์ที่ควรจดไว้ ย้ำว่า Nemotron 3 Ultra เป็น forward-dated ให้พูดว่า ตามที่ประกาศในงาน และ OpenShell ยังเป็น ALPHA อย่าสัญญาว่าเสถียร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เชื่อม recap กลับเข้าแล็บที่ผู้เรียนเพิ่งทำ ชี้ว่า AI-Q = LAB 4 และ OpenShell = LAB 5 ย้ำว่า diagram บนโปสเตอร์คือสไลด์เดียวกับที่เห็นในงานจริง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ปิดวงกลับไป Module 5 ให้ผู้เรียนรู้สึกว่าเนื้อหาเชื่อมกันทั้งวัน ส่วน Sovereign AI ใช้เป็นคำถามชวนคิดเรื่องการเป็นเจ้าของ stack เน้นย้ำ disclaimer ความซื่อสัตย์ทั้ง 4 ข้อก่อนจบ อย่าแต่งตัวเลข/วันเพิ่ม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สรุปให้จำประโยคเดียว: วันนี้คือของใหม่ที่กำลังเกิด ไม่ใช่ของเก่า ใช้ analogy แผนที่หลังทริปเพื่อให้มือใหม่เห็นว่า recap ช่วยให้เห็นภาพรวมและรู้ว่าจะไปต่อทางไหน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ปิดวันด้วยการดึงกลับมาที่สไลด์แกน Module 0 ชี้ทีละ pillar ว่าวันนี้เราแตะชิ้นไหนของ Agent = Model + Harness ย้ำว่า 3 เสาหลักทำงานด้วยกัน ไม่ใช่ของแยกชิ้น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ทวน 4 หลักคิดที่อ้างซ้ำมาทั้งวันตั้งแต่ Module 0 บอกผู้เรียนว่านี่คือกรอบคิดที่ติดตัวกลับไปได้ ไม่ต้องมี DGX Spark ก็ใช้กรอบนี้ตัดสินใจเรื่อง AI ในงานจริงได้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ให้การบ้านที่ทำได้จริงโดยไม่ต้องเขียนโค้ด ผูกแต่ละ action กลับไปยัง pillar ที่ตรงกัน — endpoint คือ Pillar 1, caching คือ Pillar 1, sandbox policy คือ Pillar 3 กระตุ้นให้ลองภายในสัปดาห์นี้ตอนยังจำได้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พูดเรื่อง certificate ให้ชัดเจนและซื่อสัตย์ ย้ำว่าเป็นใบรับรองการเข้าร่วมที่สอนโดยคนที่ได้ NVIDIA Certified ไม่ใช่ NVIDIA ออก cert ให้ผู้เรียนเอง จากนั้นเข้าช่วง giveaway ถ่ายรูปหมู่ ขอให้ทำแบบประเมิน และขอบคุณ partner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สไลด์ปิดโมดูล ทิ้งประโยคที่ต้องจำกับ analogy ขาตั้งกล้อง 3 ขา ให้ผู้เรียนเห็นภาพว่าทำไมต้องครบทั้ง 3 เสาหลัก ปิดด้วยการกลับมาที่สมการแกน Agent = Model + Harness แล้วเปิดเวทีให้ถ่ายรูป/ถามต่อ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1A1A"/>
                </a:solidFill>
                <a:latin typeface="Tahoma"/>
              </a:rPr>
              <a:t>DGX Spark — AI NVIDIA 101 / Agent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0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76B900"/>
                </a:solidFill>
                <a:latin typeface="Tahoma"/>
              </a:rPr>
              <a:t>AGICAFET · 20 มิ.ย. 2026 · 10:00–16:00 · Cleverse Rama9 · 30 ที่นั่ง · 100% no-code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Agenda — 12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Module 0 — "Agent = Model + Harness" (The Spine of the Day)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Module 1 — "What Is This Box?" (DGX Spark Hardware)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Module 2 — Serving Stack: Who Does What, Honestly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Module 3 — First Win with LM Studio + Shared Endpoint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Module 4 — NeMo vs Nemotron, and Reasoning Toggle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Module 5 — "A Window into Physical AI" (Jetson Thor + Robotics)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Module 6 — Pillar 1: Optimize Tokens — Cost per Token Is the New KPI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Module 7 — Pillar 2: Harnessing — Multi-Agent Orchestration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Module 8 — Pillar 3: Secure &amp; Sandbox — NemoClaw + OpenShell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Module 9 — Signed Skills: The 7-Stage Supply Chain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Module 10 — GTC Taipei 2026 Recap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Module 11 — Wrap-Up: Three Pillars + Certificate + Giveaway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76B900"/>
                </a:solidFill>
                <a:latin typeface="Tahoma"/>
              </a:rPr>
              <a:t>Module 0 — "Agent = Model + Harness" (The Spine of the Day)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The One Equation: Agent = Model + Harness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วันนี้ทุกอย่างห้อยอยู่บนสมการเดียว: Agent = Model + Harness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ที่มา: GTC deck STW61015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Model = "สมอง" ที่คิดและตอบ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Harness = "ร่างกาย + กฎ" ที่ทำให้สมองทำงานจริงได้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จำสมการนี้ไว้ — เราจะอ้างกลับมาทั้งวัน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The Harness Loop: CONTEXT to OBSERVE to REASON to 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Harness คือลูปการทำงาน 4 จังหวะ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CONTEXT to OBSERVE to REASON to ACT แล้ววนซ้ำ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agent ไม่ใช่ตอบครั้งเดียวจบ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แต่เป็นวง "สังเกต - คิด - ลงมือ" ซ้ำไปเรื่อย ๆ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นี่คือหัวใจที่ทำให้ agent ต่างจาก chatbot ธรรมดา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5 Layers Around the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รอบลูปถูกล้อมด้วย 5 ชั้น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Prompt / Orchestration / Memory / Tools &amp; Skills / Security &amp; Governance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แต่ละชั้นคือสิ่งที่เราจะแตะในแต่ละ pillar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ยังไม่ต้องจำครบตอนนี้ — แค่รู้ว่ามีกี่ชั้น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ทุกครั้งที่ขึ้น pillar ใหม่ เราจะชี้ว่ากำลังแตะชั้นไหน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Map: 3 Pillars + Agent Factory Mindset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Pillar 1 "Optimize Tokens" = ฝั่ง cost/latency ของ Model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Pillar 2 "Harnessing" = ตัว Harness เอง (ลูป + Tools/Orchestration/Memory)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Pillar 3 "Secure &amp; Sandbox" = กล่อง Security &amp; Governance ที่ครอบ Harness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4 หลักคิด Agent Factory ที่อ้างซ้ำทั้งวัน: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(1) distributed (2) data gravity - เอาโมเดลไปหา data ไม่ใช่ลาก data ออก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(3) security by default (4) cost per token = KPI ใหม่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Key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Key message: จำสมการเดียวพอ — Agent = Model + Harness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ทุกเรื่องวันนี้คือการปรับชิ้นใดชิ้นหนึ่งของสมการนี้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Analogy: Model = พนักงานเก่ง ๆ คนหนึ่ง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Harness = ออฟฟิศ + ขั้นตอนงาน + กฎความปลอดภัย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ที่ทำให้พนักงานคนนั้นทำงานให้บริษัทได้จริง ไม่ใช่แค่ฉลาดอยู่คนเดียว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76B900"/>
                </a:solidFill>
                <a:latin typeface="Tahoma"/>
              </a:rPr>
              <a:t>Module 1 — "What Is This Box?" (DGX Spark Hardware)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Meet the Box: DGX Spark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กล่องตรงหน้า = DGX Spark — supercomputer สาย AI ขนาดตั้งโต๊ะ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สถาปัตยกรรม GB10 = Grace ARM CPU + Blackwell GPU อยู่ในชิปเดียว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ทุก demo และ lab วันนี้รันจากกล่องนี้กล่องเดียว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เริ่มเรียน AI จริงได้จากเครื่องเดียวบนโต๊ะ ไม่ต้องมี cluster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The Heart: 128GB Unified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หัวใจคือ 128GB LPDDR5x unified memory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CPU กับ GPU ใช้ memory ก้อนเดียวกัน — ไม่ต้องก๊อปข้อมูลไปมา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ผลคือ เร็วและประหยัด เพราะไม่เสียเวลาย้าย data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เครื่องเดียวรันโมเดลใหญ่ระดับ 30B ได้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memory เกือบทั้งก้อนเหลือไว้ให้ model + KV cache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Specs to Remember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bandwidth ~273 GB/s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compute capability sm_121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รองรับ FP8 / NVFP4 แบบ native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ไม่มี MIG — แบ่งการ์ดด้วย container + time-slicing แทน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The Real Bottleneck + How It Scales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คอขวดจริง = memory bandwidth ไม่ใช่ความจุ — จำประโยคนี้ไว้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ประโยคนี้อธิบายทุกอย่างที่จะเจอใน lab ช่วงบ่าย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สเกล 3 ระดับ: small (กล่องนี้) → desktop workstation → datacenter cluster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โค้ดเดียวกันสเกลข้ามได้ — เริ่มที่กล่องเล็กสุดได้เลย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ฉาย dashboard เครื่องจริงสด: GPU utilization + memory usage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Key Takeaway — What Is This Box?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Key message: DGX Spark = AI supercomputer ตั้งโต๊ะ ที่ใช้ memory ก้อนเดียว 128GB ร่วมกัน — คอขวดอยู่ที่ความเร็ว memory ไม่ใช่ความจุ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unified memory ทำให้รันโมเดล 30B ในเครื่องเดียวได้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เริ่มเล็ก สเกลขึ้น cluster ได้ด้วยโค้ดเดิม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Analogy: unified memory = ครัวที่เชฟ (CPU) กับเตา (GPU) ใช้โต๊ะเตรียมอาหารตัวเดียวกัน ไม่ต้องวิ่งส่งจานข้ามห้อง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แต่ประตูครัว (bandwidth) กว้างเท่าเดิม — ออเดอร์เข้าพร้อมกัน 30 จานต้องต่อคิวที่ประตู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76B900"/>
                </a:solidFill>
                <a:latin typeface="Tahoma"/>
              </a:rPr>
              <a:t>Module 2 — Serving Stack: Who Does What, Honestly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The Problem: One Box, Thirty People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โจทย์วันนี้: 30 คนต้องใช้ DGX Spark เครื่องเดียวพร้อมกัน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ทางที่ผิด: ให้ทุกคนโหลดโมเดลคนละตัว → memory เต็ม + แย่ง resource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ทางที่ถูก: ต้องมี serving stack ที่จัดคิว request ให้หลายคนแชร์ GPU ตัวเดียว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เป้าหมายโมดูลนี้: รู้ว่าใน serving stack อันไหนคือ 'ตัวจริง' อันไหนแค่ 'แนวคิด'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vLLM: The Workhorse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vLLM = ตัวหลัก (workhorse) ของห้องนี้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PagedAttention + continuous batching → 1 GPU เสิร์ฟหลายคนพร้อมกันได้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เป็น OpenAI-compatible API → ต่อง่าย เครื่องมือเดิมใช้ได้เลย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NIM = endpoint สำเร็จรูปจาก NVIDIA, container เดียวจบ, ติดตั้งง่ายกว่า vLLM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NIM endpoint = /v1/chat/completions พอร์ต 8000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Supporting Cast: Main vs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Triton = dashboard (Prometheus → Grafana) โชว์ metrics สด + โฮสต์หลายโมเดล → supporting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TensorRT-LLM = engine แรงสุด + จำเป็นต่อ NVFP4 → demo-concept (build engine มี friction)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NeMo = ฝั่ง train/customize โมเดล (ไม่เกี่ยว concurrency) → concept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Ray Serve = router/replica หลาย GPU → บนเครื่องเดียวเป็น concept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NVIDIA Dynamo = 'inference OS' ระดับ datacenter, ต้องมี GPU ≥ 2 → whiteboard 'สเกลขึ้น cluster' เท่านั้น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Example Command + The Golden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คำสั่ง vLLM ตัวอย่าง (ฉายให้เห็น ไม่ต้องพิมพ์เอง):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vllm serve &lt;model&gt; --gpu-memory-utilization 0.85 --max-num-seqs 32 \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  --max-model-len 4096-8192 --kv-cache-dtype fp8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กฎเหล็กของห้องนี้: โมเดลเดียวที่แชร์ทั้งห้อง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ห้ามโหลดโมเดลที่สองพร้อมกัน → OOM + แย่ง bandwidth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Key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Key message: vLLM คือพระเอกที่ทำให้ GPU ตัวเดียวเสิร์ฟทั้งห้องได้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Dynamo เป็นเรื่องของ cluster หลายการ์ด — วันนี้เราอยู่บนเครื่องเดียว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เครื่องมือเสริม (Triton/TensorRT-LLM/NeMo/Ray Serve) รู้ว่าอันไหนหลัก อันไหนแค่แนวคิด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Analogy: vLLM continuous batching = พนักงานเสิร์ฟเก่งคนเดียวที่รับออเดอร์หลายโต๊ะ แล้วเดินรอบเดียวเสิร์ฟทุกโต๊ะ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ไม่ใช่จ้างพนักงาน 30 คนมาเสิร์ฟคนละโต๊ะ — ครัวเล็ก ๆ รับไม่ไหว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76B900"/>
                </a:solidFill>
                <a:latin typeface="Tahoma"/>
              </a:rPr>
              <a:t>Module 3 — First Win with LM Studio + Shared Endpoint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Your First Win: A Private ChatGPT on Spark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เป้าหมาย LAB 1: ทุกคน "เห็นของจริง" ภายใน 5 นาทีแรก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LM Studio = ChatGPT ส่วนตัวที่รันบน DGX Spark ของเราเอง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ไม่ต้องต่อ cloud — โมเดลรันอยู่ในกล่องตรงหน้า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นี่คือ first win: จากศูนย์ ถึงคุยกับ AI บนเครื่องจริงได้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Headless Install with llmster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ติดตั้งแบบ headless ด้วยตัว llmster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โหลดโมเดล playbook: Nemotron 3 Nano Omni (~65–70GB)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คำสั่ง (ฉายให้ดู ไม่ต้องพิมพ์เอง): curl -fsSL https://lmstudio.ai/install.sh | bash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lms get nvidia/nemotron-3-nano-omni → lms load ...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lms server start --bind 0.0.0.0 --port 1234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ทาง GUI: Developer → Serve on Local Network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Why a Shared Endpoint, Not LM Link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ข้อจำกัดสำคัญ: LM Link รับได้ ~2 users → ใช้กับ 30 คนไม่ได้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ทั้งห้องต้องต่อ 1 shared LAN endpoint (Open WebUI หน้า vLLM/NIM)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ไม่ใช่ต่อ LM Link คนละสาย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โมเดลที่แชร์จริง: Nemotron Nano (30B-A3B MoE) หรือคลาส 7–9B, FP8/NVFP4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น้ำหนักโมเดลกินไม่กี่ GB → เหลือ 128GB ส่วนใหญ่ไว้ทำ KV cache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Concurrency Demo: 3-2-1, Send!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ตั้งใจให้ contention เกิด: นับ 3-2-1 ทุกคนกด Send พร้อมกัน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ดู dashboard เห็น batching รวม ~30 requests + GPU/memory พุ่ง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ความจุที่คาดหวัง — worst case (ยิงพร้อมกันเป๊ะ): ~12 tok/s/คน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ใช้งานจริงแบบ burst: ~30–46 tok/s/คน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ตัวเลขนี้ต้องยืนยันใน dry-run ก่อนพูดบนเวที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สคริปต์ที่ต้องพูดดัง ๆ: "ช้าลงตอนยิงพร้อมกัน = บทเรียนของ Pillar 1 ไม่ใช่บั๊ก"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Key Takeaway — The Shared Faucet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Key message: เครื่องนี้คือ ChatGPT ส่วนตัวของห้อง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เพราะทุกคนต่อ endpoint เดียวกัน เราจึงเห็นกับตาว่าทรัพยากรถูกแชร์ยังไง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Analogy: shared endpoint = ก๊อกน้ำสาธารณะตัวเดียวที่ทุกคนมาต่อท่อ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น้ำไหลแรงตอนคนเดียวเปิด — แต่เปิดพร้อมกัน 30 คน แรงดันก็ลด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นั่นแหละคือบทเรียนเรื่อง bandwidth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76B900"/>
                </a:solidFill>
                <a:latin typeface="Tahoma"/>
              </a:rPr>
              <a:t>Module 4 — NeMo vs Nemotron, and Reasoning Toggle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3 Words You Keep Mixing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NeMo = กล่องเครื่องมือ "สร้าง/ปรับ" โมเดล (train, fine-tune, export)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Nemotron = ตัวโมเดลจริงที่เรารันเสิร์ฟให้ห้องนี้ใช้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NeMo Guardrails = ด่านความปลอดภัย (เก็บไว้ใช้ช่วงบ่าย Pillar 3)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จำง่าย ๆ: NeMo คือ "โรงงาน", Nemotron คือ "ของที่ออกจากโรงงาน"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วันนี้เราโฟกัสที่ Nemotron (ตัวรัน) เป็นหลัก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The Nemotron 3 Family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ตามที่ประกาศในงาน GTC — หาได้ที่ build.nvidia.com / huggingface.co/nvidia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Nano 30B-A3B — เน้น efficiency + sub-agents (ตัวที่ฟิต Spark + มือใหม่ที่สุด)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Super 120B-A12B — เน้น throughput + tool calling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Ultra 550B-A55B — เน้น token efficiency (ตามที่ประกาศในงาน GTC)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variants เพิ่มเติม: Nano Omni, RAG/Retriever, Speech, Safety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วันนี้เราเสิร์ฟ Nano เพราะพอดีกับ DGX Spark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What Is MoE? (30B-A3B)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ตัวเลข "A" = active params — ส่วนที่ถูกปลุกใช้งานจริงต่อ token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Nano = 30B total แต่ใช้แค่ ~3B active ต่อ token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ผลลัพธ์: เร็วเหมือนโมเดล 3B แต่ฉลาดกว่า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นี่คือเหตุผลที่ทำไม Nano ถึงฟิต DGX Spark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โมเดลใหญ่วิ่งได้เร็ว เพราะปลุกสมองแค่บางส่วนต่อครั้ง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Reasoning Toggle: /think vs /no_think (LAB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ส่งคำถามเดียวกันด้วย /think แล้วเทียบกับ /no_think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/think = "คิดก่อนตอบ" → แม่นกว่า แต่ช้ากว่า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/no_think = "ตอบเลย" → เร็วกว่า แต่แม่นน้อยลง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ทั้งสองโหมดใช้ "โมเดลเดิม" — ห้ามโหลดโมเดลที่สอง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จัดเป็น 2 เวฟ เพื่อไม่ให้ contention พุ่งบนเครื่องเดียว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Key Takeaway — Factory, Model, and a Smart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Key message: NeMo คือโรงงานสร้างโมเดล, Nemotron คือโมเดลที่ออกจากโรงงาน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MoE ทำให้โมเดลใหญ่วิ่งเร็ว เพราะปลุกสมองแค่บางส่วนต่อครั้ง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เคสจริง (ตามที่นำเสนอในงาน): YTL fine-tune Nemotron Nano → ILMU ใน 39 วัน (MalayMMLU 50→77)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แต่มี trade-off: C-MMLU ตก → "fine-tune ไม่ได้ฟรี มีของแลกเสมอ"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Analogy: MoE (30B-A3B) = บริษัทมีผู้เชี่ยวชาญ 30 คน แต่แต่ละคำถามเรียกประชุมแค่ 3 คนที่เกี่ยวข้อง — ได้คำตอบจากทีมใหญ่ในความเร็วของทีมเล็ก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76B900"/>
                </a:solidFill>
                <a:latin typeface="Tahoma"/>
              </a:rPr>
              <a:t>Module 5 — "A Window into Physical AI" (Jetson Thor + Robotics)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From Screen to the Real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เปลี่ยนฉากจาก agent ที่อยู่ในเครื่อง ไปสู่ AI ที่ขยับของจริงในโลก = Physical AI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ฉายคลิปจริงจาก GTC: G1 humanoid เดินด้วย Reinforcement Learning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สตรีมจาก Jetson Thor จริง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สำคัญ — sim ที่ใช้คือ MuJoCo-Warp ไม่ใช่ Isaac Sim (พูดให้ถูก)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แกนเดิม Agent = Model + Harness ยังใช้ได้ แค่ ACT กลายเป็นการขยับมอเตอร์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Image + Command → Motor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แนวคิดหลัก: ภาพ + ประโยคคำสั่ง → คำสั่งมอเตอร์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โมเดลแปลโลกที่มันเห็น ออกมาเป็นการกระทำ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ตัวอย่างโมเดลที่อ้างถึง: Cosmos Reason 2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ภาพใหญ่ Physical AI: Robotic Factory —sensor data→ AI Factory —tokens→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โรงงานหุ่นยนต์ป้อนข้อมูลเซนเซอร์ให้ AI Factory แล้วได้ tokens กลับมา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The Full Stack: Train · Sim · Inference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3 ขาของ full-stack Physical AI: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TRAINING = Vera Rubin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SIM = Omniverse + RTX PRO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INFERENCE = Jetson Thor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Cosmos 3 = World Foundation Model (มี 4 roles)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Isaac GR00T pipeline: Collect → Curate → Twin → Simulate → Train+Eval → Deploy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Jetson Thor — The Inference Brain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Jetson AGX Thor T5000 (ตามที่ประกาศในงาน) = สมองฝั่ง inference บนตัวหุ่น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สถาปัตยกรรม Blackwell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2070 FP4 TFLOPS, 14-core Arm, 128GB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ตัวเลขเป็น forward/CONFIDENTIAL → พูดว่า "ตามที่ประกาศ" เสมอ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⚠️ ความซื่อสัตย์: รูป GTC ชุดนี้ไม่มี DGX Spark / Vera Rubin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ถ้าจะพูด Vera Rubin ให้บอกว่าเป็นข่าวแยก ไม่ใช่จากรูปในมือ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Key Takeaway — Physical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Key message: AI ไม่ได้อยู่แค่ในจอ — แกนเดียวกัน (Model + Harness) ขยับหุ่นยนต์จริงได้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โดยมี sim เป็นสนามซ้อมก่อนลงสนามจริง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Analogy: Isaac GR00T pipeline เหมือนการฝึกนักกีฬา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เก็บข้อมูลการเคลื่อนไหว → สร้างฝาแฝดดิจิทัล (digital twin)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ซ้อมในสนามจำลองเป็นล้านรอบ → แล้วค่อยส่งลงสนามจริง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76B900"/>
                </a:solidFill>
                <a:latin typeface="Tahoma"/>
              </a:rPr>
              <a:t>Module 6 — Pillar 1: Optimize Tokens — Cost per Token Is the New KPI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Cost per Token Is the New KPI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กลับมาที่สไลด์แกน: ตอนนี้เรากำลังปรับ cost/latency ฝั่ง Model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มนตราหลัก: Cost per token = KPI ใหม่ — วัด AI ด้วยต้นทุนต่อ token ไม่ใช่แค่ฉลาดแค่ไหน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Blackwell ลด $/token ได้มาก (ตามที่นำเสนอ ~35X)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คำถามที่ต้องถามทุกงาน: token นี้ จำเป็นต้องสร้างใหม่ไหม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Four Levers to Optimize Tokens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มี 4 คันโยกที่ปรับได้เพื่อลด $/token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quantization — ทำโมเดลให้เล็กลงด้วย NVFP4 / FP8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prefix / prompt caching — ไม่สร้าง token ที่เคยสร้างแล้วซ้ำ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KV cache — เก็บงานคำนวณเดิมไว้ใช้ต่อ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right-sizing — เลือกโมเดลให้พอดีงาน อย่าใหญ่เกินจำเป็น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NVFP4 Needs the Right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ข้อเท็จจริงสำคัญ: NVFP4 ต้องใช้ TensorRT-LLM หรือ NIM เท่านั้น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vLLM ทั่วไป ยังไม่ใช่ทางของ NVFP4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อย่าเข้าใจผิดว่าเปิด vLLM แล้วได้ NVFP4 อัตโนมัติ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ถ้าต้องการ NVFP4 จริง ต้องเลือก engine ให้ถูกตั้งแต่ต้น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Context Rot — Bigger Window Is Not Bigger Brain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window ใหญ่ ไม่เท่ากับ สมองใหญ่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ยิ่งยัด context ยาว ความแม่นยำยิ่งตก (f1 73%@256k จะลงไป 45%@1M)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อย่ายัดทุกอย่างเข้า prompt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มนตราการป้อนข้อมูล: inline &lt;&lt; file reference &lt;&lt; var reference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ให้อ้างไฟล์/ตัวแปรแทนการแปะข้อความยาว — ถูกกว่า เร็วกว่า สมองโล่งกว่า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LAB 3 — Prefix / KV Caching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ส่ง prompt ที่มี system prompt เดียวกันซ้ำ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ครั้งที่สองจะเห็น prefix cache hit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ผลคือ TTFT (time-to-first-token) เร็วฮวบ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ดู metrics ทั้งแบบ aggregate และ per-user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ผู้เรียนจดเอง: tok/s + TTFT ก่อน/หลัง cache เพื่อเห็นตัวเลขจริง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Key Takeaway — Pillar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Key message: ของถูกที่สุดคือ token ที่ไม่ต้องสร้างใหม่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ลงมือ 3 อย่าง: quantize ให้เล็ก, แคชให้มาก, อย่ายัด context เกินจำเป็น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Analogy: prefix caching = ร้านกาแฟที่จำออเดอร์ประจำได้ ครั้งแรกถามทุกอย่าง ครั้งต่อไปชงได้เลย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Analogy: context rot = อ่านหนังสือ 1000 หน้ารวดเดียว สุดท้ายจำต้นเรื่องไม่ได้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นี่คือฝั่ง cost/latency ของ Model ในสมการ Agent = Model + Harness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76B900"/>
                </a:solidFill>
                <a:latin typeface="Tahoma"/>
              </a:rPr>
              <a:t>Module 7 — Pillar 2: Harnessing — Multi-Agent Orchestration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Where We Are: The Harness Itself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กลับสู่สไลด์แกน: ตอนนี้เราอยู่ที่ตัว Harness เอง ไม่ใช่ Model แล้ว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Harness = ลูป CONTEXT -&gt; OBSERVE -&gt; REASON -&gt; ACT แล้ววนซ้ำ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บวกชั้น Tools / Orchestration / Memory ที่ครอบลูปนั้น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Pillar 2 คือการประกอบ 'ร่างกาย + ขั้นตอนงาน' ให้โมเดลทำงานจริง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นี่คือ LAB 4 ที่เรากำลังจะลงมือทำ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Agent = LLM + Tools in a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Agent ไม่ใช่ถาม-ตอบครั้งเดียว (agent != one-shot prompt)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แต่คือลูป: คิด -&gt; เรียก tool -&gt; ดูผล -&gt; คิดต่อ จนงานเสร็จ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Single-agent tool-use (ผู้เรียนรันเอง): agent ตัวเดียวเรียกเครื่องมือผ่าน MCP (Model Context Protocol)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ผู้เรียนจะเห็น agent หยิบ tool มาใช้เองกับตา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นี่คือก้าวแรกก่อนขยับไป multi-agent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Multi-Agent Orchestration (Instructor Demo)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Instructor โชว์: orchestrator -&gt; coding agent + reviewer agent ทำงานต่อกัน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แสดงคนละสีให้เห็น delegation (การแบ่งงาน) ชัด ๆ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ข้อควรระวังบนเครื่องเดียว: multi-agent full-loop = contention สูงสุดของวัน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วิธีคุม: ใช้โมเดลเล็กผ่าน Ollama, จำกัด 2-3 steps, max_tokens 128-256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แบ่งเวฟ/คิว + มี cloud fallback เผื่อช้า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Production Reference from GTC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AI-Q Open Agent Blueprint = ตัวอย่าง production ของสิ่งที่เราเพิ่งทำมือ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Intent Router = Nemotron 3 Nano -&gt; Orchestration/Planning -&gt; Researcher = Nemotron 3 Super -&gt; Sandbox + Skills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tools ผ่าน NeMo Agent Toolkit + NeMo Retriever RAG + MCP + Dynamo priority routing -&gt; '50% lower cost with open models'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NemoClaw Hermes blueprint (ตามที่ประกาศในงาน): orchestrator = Nemotron 3 Ultra, sub-agents = Nano, tools GitHub/Slack/Outlook + continual-learning loop (Traces -&gt; Feedback -&gt; Learning)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เคสจริง: coding-agent ผ่าน TDD (MediaTek) — 'เลือกเลขในเมนู = no-code steering'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Skills Hub ~87,917 skills -&gt; 'ไม่ใช่ skill ทุกตัวปลอดภัย' (เปิดทางไป Pillar 3)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Key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Key message: agent ที่ทรงพลังคือ agent ที่ทำงานเป็นทีมและใช้เครื่องมือเป็น ไม่ใช่โมเดลเดี่ยวที่ตอบเก่ง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Agent = LLM + tools เป็นลูป, single-agent ใช้ MCP, multi-agent = orchestrator + coding + reviewer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ของจริงใน production = AI-Q Blueprint + NemoClaw Hermes (ตามที่ประกาศในงาน)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Analogy: multi-agent เหมือนทีมทำงาน — orchestrator = หัวหน้าโปรเจกต์แบ่งงาน, coding agent = คนเขียน, reviewer agent = คนตรวจ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งานออกมาดีเพราะมีคนคอยตรวจ ไม่ใช่คนเดียวทำหมด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76B900"/>
                </a:solidFill>
                <a:latin typeface="Tahoma"/>
              </a:rPr>
              <a:t>Module 8 — Pillar 3: Secure &amp; Sandbox — NemoClaw + OpenShell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Where We Are: Security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กลับสไลด์แกน: ตอนนี้เราอยู่ที่กล่อง Security &amp; Governance ที่ครอบ Harness ทั้งหมด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นี่คือหลักคิด Agent Factory ข้อ security by default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agent ฉลาดและทำงานเป็นทีมแล้ว (Pillar 1 + 2) — เหลือคำถามเดียว: ปล่อยให้มันทำอะไรได้บ้าง?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Pillar 3 = ใส่กรอบ ไม่ใช่ใส่เบรกจนทำงานไม่ได้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OpenShell: Deny-by-Default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OpenShell (github.com/NVIDIA/OpenShell) = runtime แซนด์บ็อกซ์รัน agent อย่างปลอดภัย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หลักการสองคำ: deny-by-default + audit trail — ล็อกทุกอย่างก่อน แล้วบันทึกทุกการกระทำ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banner ที่จะเห็นจริง: OPENSHELL — Shells Wide Shut. v0.0.38 ALPHA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4 policy domains: filesystem / network / process / inference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คุมได้ว่า agent แตะไฟล์ไหน, ต่อเน็ตที่ไหน, รัน process อะไร, เรียกโมเดลตัวไหน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ALPHA = ของจริงแต่ยังใหม่ — เราดูเพื่อเข้าใจหลักคิด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The Money Demo: Block, Then Allow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Step 1 — agent ทำงานปกติได้: สรุปข้อความ / สร้าง note.txt (ผ่าน)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Step 2 — ลองออกเน็ตใน sandbox: curl https://api.github.com/zen → curl: (56) ... HTTP code 403 from proxy (ถูกบล็อก = deny-by-default ทำงาน)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Step 3 — เปิด read-only policy: GET ผ่าน / POST ถูกบล็อก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POST โดน: {"error":"policy_denied","detail":"... not permitted by policy"} + เห็น audit trail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คำสั่งจริงที่ยืนยันแล้ว (เตรียมไว้ ไม่รันสดจาก URL ที่ยังไม่ยืนยัน): openshell sandbox create -- claude / openshell policy set demo --policy ...quickstart/policy.yaml --wait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NeMo Guardrails + NemoClaw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NeMo Guardrails (เสริม): ถามปกติ = ALLOWED (เขียว) / วาง jailbreak = BLOCKED (แดง)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ใช้โมเดลเดิม self-check — ห้ามโหลด NemoGuard NIM ตัวที่สอง (กัน OOM) + ตั้ง auto re-enable กันลืมเปิดทิ้ง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แมปกับโปสเตอร์: สไลด์ OpenShell จาก GTC = diagram บนโปสเตอร์เป๊ะ — Policy Authoring &amp; Signing → Gateway → agents + Skills/Tools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NemoClaw = reference stack (Nemotron + OpenShell + OpenClaw/Hermes): orchestrator = Nemotron 3 Ultra, sub-agents = Nano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คำเตือน: คำสั่ง curl ... nvidia.com/nemoclaw.sh | bash จากเด็ค = URL ยังไม่ยืนยัน → ห้ามรันสดต่อหน้าคน ใช้คำสั่ง OpenShell ที่ยืนยันแล้วแทน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Key Takeaway: Lock First, Open Slowly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Key message: agent ที่ปลอดภัยคือ agent ที่ถูกล็อกไว้ก่อน (deny-by-default) แล้วค่อยเปิดสิทธิ์ทีละอย่างพร้อมบันทึกทุกการกระทำ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Analogy: OpenShell sandbox = ห้องทำงานที่ประตูล็อกหมดตั้งแต่แรก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agent ทำงานในห้องได้ แต่จะออกไปไหนต้องขอกุญแจทีละดอก (policy)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และมีกล้องบันทึก (audit trail) ทุกครั้งที่เปิดประตู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เชื่อมต่อ Module 9: ไม่ใช่ skill ทุกตัวปลอดภัย → ต้องมีสายพานตรวจก่อนใช้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76B900"/>
                </a:solidFill>
                <a:latin typeface="Tahoma"/>
              </a:rPr>
              <a:t>Module 9 — Signed Skills: The 7-Stage Supply Chain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Why Skills Need a Supply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โยงจาก Pillar 3 (Secure &amp; Sandbox): Skills Hub มี ~87,917 skills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ปัญหาคือ "ไม่ใช่ skill ทุกตัวปลอดภัย" — เยอะไม่ได้แปลว่าเชื่อถือได้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ต้องมีกระบวนการตรวจก่อน agent หยิบ skill มาใช้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อ้างอิงจริง: github.com/NVIDIA/skills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นี่คือสะพานเชื่อมจาก sandbox (Module 8) ไปสู่การคุม skill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The 7 Stages, in 3 Phases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7 stages: Scan -&gt; Evaluate -&gt; Skill Card -&gt; Sign -&gt; Catalog -&gt; Sync -&gt; Enforce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แบ่งเป็น 3 เฟสให้จำง่าย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VERIFY = Scan, Evaluate, Skill Card (ตรวจก่อน)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PUBLISH = Sign, Catalog, Sync (รับรองแล้วปล่อยเข้าระบบ)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CONSUME = Enforce (ตอน agent เรียกใช้จริง)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Sign + Enforce: The Two Anchors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ขั้น Sign = "signed actions/skills" บนโปสเตอร์ GTC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skill ที่ผ่านการตรวจแล้วถูกเซ็นรับรอง agent ถึงจะหยิบมาใช้ได้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ขั้น Enforce เชื่อมกลับ OpenShell โดยตรง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policy domain inference บังคับให้ใช้เฉพาะ skill ที่ผ่าน supply chain นี้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Sign = ด่านรับรอง, Enforce = ด่านบังคับใช้ตอนรันจริง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Proof It Works: Phoenix Agent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Phoenix "Agent Insights" = อ่าน trace จริงของ agent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ดูได้ทั้ง status / cost / latency ต่อการทำงาน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บรรทัดสำคัญใน trace: "The sandbox has restricted egress, so I can't fetch live web data"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ประโยคนี้คือหลักฐานว่า sandbox ทำงานจริง ไม่ใช่แค่พูด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เห็นด้วยตาว่า policy บังคับใช้จริงผ่าน trace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Key Takeaway — Signed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Key message: ก่อนปล่อย skill ให้ agent ใช้ ต้องผ่านสายพานตรวจ 7 ขั้น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เซ็นรับรองแล้วเท่านั้นถึงใช้ได้ เหมือนของในร้านที่ผ่าน QC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จำเป็น 3 เฟส: VERIFY -&gt; PUBLISH -&gt; CONSUME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Analogy: 7-stage supply chain = ระบบรีวิวของ app store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แอป (skill) ต้องถูกสแกน ประเมิน เซ็นรับรอง ลงแคตตาล็อก ก่อน user (agent) จะติดตั้งได้ — ไม่ใช่ใครก็อัปโหลดแล้วใช้เลย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76B900"/>
                </a:solidFill>
                <a:latin typeface="Tahoma"/>
              </a:rPr>
              <a:t>Module 10 — GTC Taipei 2026 Recap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The Timeline: 3 Eras of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recap board นี้ทำ offline จากรูปจริงที่แอดถ่ายในงาน (3-4 มิ.ย.) ไม่พึ่งเน็ตสด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ไทม์ไลน์ 3 ยุคที่เราเพิ่งเดินผ่าน: ChatGPT (2022)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ยุคถัดมา: DeepSeek (2025) จุดเด่นคือ reasoning โมเดลเริ่ม คิดก่อนตอบ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ยุคล่าสุด: OpenClaw (2026) = self-evolving agents agent ที่พัฒนาตัวเองได้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ภาพรวม: เราขยับจาก แชตบอตตอบคำถาม ไปสู่ agent ที่ทำงานเป็นทีมและเรียนรู้ต่อ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How to Get Started: 4 CTAs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4 จุดเริ่มต้นที่เอากลับไปลองต่อได้: Skills ที่ github.com/NVIDIA/skills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Nemotron 3 Ultra หาได้ที่ build.nvidia.com (ตามที่ประกาศในงาน GTC)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OpenShell = runtime แซนด์บ็อกซ์ (ยังเป็น ALPHA)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NemoClaw blueprint ที่ build.nvidia.com/blueprints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ทุกตัวคือของที่เราเพิ่งจับมือในแล็บวันนี้ ไม่ใช่ของในตำราเก่า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Blueprints We Touched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AI-Q Open Agent Blueprint = multi-agent research lab (ผูกกับ LAB 4): Intent Router=Nano to Researcher=Super to Sandbox+Skills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ใช้ NeMo Agent Toolkit + RAG + MCP + Dynamo priority routing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OpenShell Secure Runtime + live CLI = สไลด์เดียวกับ diagram บนโปสเตอร์ (ผูกกับ LAB 5): L7 allow-list + restricted egress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NemoClaw Blueprint for Hermes Agents: orchestrator=Ultra, sub-agents=Nano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NemoClaw ยังมี Skills Library + Learning Loop, tools GitHub/Slack/Outlook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Physical AI &amp; Sovereign AI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ปิดท้ายด้วย Physical AI: G1 humanoid (sim คือ MuJoCo-Warp) + Cosmos Reason 2 โยงกลับ Module 5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มุม Sovereign AI: Five-Layer Cake เรียกแค่ API คุณเป็นเจ้าของชั้นไหน? (STW61099)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ความซื่อสัตย์ของ recap: รูปชุดนี้ ไม่มี DGX Spark / Vera Rubin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OpenShell = ALPHA และ OpenClaw ไม่ปรากฏในสไลด์ to โฟกัส NemoClaw + OpenShell + Hermes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วัน JetPack 7.2 ในรูปอ่านไม่ออก to อย่าระบุวันเดาเอง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Key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Key message: ทุกอย่างที่เราลงมือทำวันนี้ คือสิ่งที่ NVIDIA เพิ่งประกาศที่ GTC 2026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เราไม่ได้เรียนของเก่า to เราเรียนของที่กำลังเกิดขึ้นจริง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Analogy: recap เหมือนแผนที่หลังจบทริป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ชี้ว่าวันนี้เราเดินผ่านจุดไหนของภาพใหญ่ NVIDIA และจะเดินต่อไปทางไหนได้บ้าง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76B900"/>
                </a:solidFill>
                <a:latin typeface="Tahoma"/>
              </a:rPr>
              <a:t>Module 11 — Wrap-Up: Three Pillars + Certificate + Giveaway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Three Pillars, One Equation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วันนี้ทุกอย่างกลับมาที่สมการเดียว: Agent = Model + Harness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Pillar 1 Optimize Tokens = ปรับ Model ให้ถูก/เร็ว (cost per token = KPI)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Pillar 2 Harnessing = สร้าง Harness ให้ agent ทำงานเป็นทีม + ใช้ tools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Pillar 3 Secure &amp; Sandbox = ครอบทุกอย่างด้วย Security &amp; Governance (deny-by-default + signed skills)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ทั้ง 3 เสาหลักไม่แยกกัน — ทุกอันคือการปรับชิ้นใดชิ้นหนึ่งของสมการเดิม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Agent Factory: 4 Principles to Use Tomorrow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4 หลักคิด Agent Factory ที่เอาไปใช้ได้จริงตั้งแต่พรุ่งนี้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distributed — กระจายงานได้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data gravity — เอาโมเดลไปหา data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security by default — ล็อกก่อนเปิด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cost per token = KPI ใหม่ของการวัด AI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3 Take-Home Actions (No-Code)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3 อย่างที่ลองทำต่อได้เองแบบ no-code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(1) ลองต่อ shared endpoint แบบ OpenAI-compatible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(2) เปิด prefix caching ในงานจริง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(3) ห่อ agent ด้วย sandbox policy ก่อน deploy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ทั้ง 3 ข้อโยงตรงกับ 3 pillars ที่เพิ่งลงมือทำใน lab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Certificate, Giveaway &amp; Thanks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Certificate: สอนโดย NVIDIA Certified Professional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เป็นใบรับรองการเข้าร่วม สอนโดยผู้ได้ certified — ไม่ใช่ NVIDIA ออก cert ให้ผู้เรียน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Giveaway + ถ่ายรูปหมู่ + แบบประเมิน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ช่องทางติดตามต่อ: build.nvidia.com / huggingface.co/nvidia / github.com/NVIDIA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ขอบคุณ partner: vLLM Singapore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Tahoma"/>
              </a:rPr>
              <a:t>Key Takeaway — The 3-Legged Tripod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Key message: จบวันนี้คุณไม่ได้แค่ดู demo — คุณได้ลงมือกับ 3 เสาหลักของ agent จริง บนเครื่องจริง และเอากลับไปใช้ต่อได้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Analogy: 3 pillars เหมือนขาตั้งกล้อง 3 ขา ขาดขาใดขาหนึ่ง agent ก็ล้ม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เร็ว/ถูก (tokens) + ทำงานเป็น (harness) + ปลอดภัย (sandbox) ต้องครบถึงตั้งอยู่ได้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Tahoma"/>
              </a:rPr>
              <a:t>•  ทุกอย่างวันนี้ห้อยอยู่บนสมการเดียว: Agent = Model + Harness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76B900"/>
                </a:solidFill>
                <a:latin typeface="Tahoma"/>
              </a:rPr>
              <a:t>ขอบคุณครับ / Q&amp;A — AGICAFET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